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Default Extension="jpg" ContentType="image/jpg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54690" y="457200"/>
            <a:ext cx="4386580" cy="8874125"/>
            <a:chOff x="1254690" y="457200"/>
            <a:chExt cx="4386580" cy="8874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4690" y="457200"/>
              <a:ext cx="4386196" cy="887409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575560" y="6263640"/>
              <a:ext cx="2887980" cy="685800"/>
            </a:xfrm>
            <a:custGeom>
              <a:avLst/>
              <a:gdLst/>
              <a:ahLst/>
              <a:cxnLst/>
              <a:rect l="l" t="t" r="r" b="b"/>
              <a:pathLst>
                <a:path w="2887979" h="685800">
                  <a:moveTo>
                    <a:pt x="288798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2887980" y="685800"/>
                  </a:lnTo>
                  <a:lnTo>
                    <a:pt x="28879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4878" y="1654032"/>
            <a:ext cx="6447473" cy="155026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3822" y="4534833"/>
            <a:ext cx="1379857" cy="318596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34636" y="4363938"/>
            <a:ext cx="4298316" cy="35399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47716" y="469228"/>
            <a:ext cx="5706110" cy="712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40" b="1">
                <a:solidFill>
                  <a:srgbClr val="070707"/>
                </a:solidFill>
                <a:latin typeface="Arial"/>
                <a:cs typeface="Arial"/>
              </a:rPr>
              <a:t>Food</a:t>
            </a:r>
            <a:r>
              <a:rPr dirty="0" sz="1250" spc="-50" b="1">
                <a:solidFill>
                  <a:srgbClr val="070707"/>
                </a:solidFill>
                <a:latin typeface="Arial"/>
                <a:cs typeface="Arial"/>
              </a:rPr>
              <a:t> </a:t>
            </a:r>
            <a:r>
              <a:rPr dirty="0" sz="1250" spc="70" b="1">
                <a:solidFill>
                  <a:srgbClr val="161616"/>
                </a:solidFill>
                <a:latin typeface="Arial"/>
                <a:cs typeface="Arial"/>
              </a:rPr>
              <a:t>&amp;</a:t>
            </a:r>
            <a:r>
              <a:rPr dirty="0" sz="1250" spc="-75" b="1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1250" spc="-35" b="1">
                <a:solidFill>
                  <a:srgbClr val="161616"/>
                </a:solidFill>
                <a:latin typeface="Arial"/>
                <a:cs typeface="Arial"/>
              </a:rPr>
              <a:t>Beverage</a:t>
            </a:r>
            <a:r>
              <a:rPr dirty="0" sz="1250" spc="25" b="1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1250" spc="-10" b="1">
                <a:solidFill>
                  <a:srgbClr val="161616"/>
                </a:solidFill>
                <a:latin typeface="Arial"/>
                <a:cs typeface="Arial"/>
              </a:rPr>
              <a:t>application</a:t>
            </a:r>
            <a:endParaRPr sz="1250">
              <a:latin typeface="Arial"/>
              <a:cs typeface="Arial"/>
            </a:endParaRPr>
          </a:p>
          <a:p>
            <a:pPr marL="13335" marR="5080" indent="-1270">
              <a:lnSpc>
                <a:spcPct val="158100"/>
              </a:lnSpc>
              <a:spcBef>
                <a:spcPts val="300"/>
              </a:spcBef>
            </a:pPr>
            <a:r>
              <a:rPr dirty="0" sz="950">
                <a:solidFill>
                  <a:srgbClr val="2D2D2D"/>
                </a:solidFill>
                <a:latin typeface="Arial"/>
                <a:cs typeface="Arial"/>
              </a:rPr>
              <a:t>The</a:t>
            </a:r>
            <a:r>
              <a:rPr dirty="0" sz="950" spc="6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D2D2D"/>
                </a:solidFill>
                <a:latin typeface="Arial"/>
                <a:cs typeface="Arial"/>
              </a:rPr>
              <a:t>Midas</a:t>
            </a:r>
            <a:r>
              <a:rPr dirty="0" sz="950" spc="8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950" spc="-30">
                <a:solidFill>
                  <a:srgbClr val="494949"/>
                </a:solidFill>
                <a:latin typeface="Arial"/>
                <a:cs typeface="Arial"/>
              </a:rPr>
              <a:t>F</a:t>
            </a:r>
            <a:r>
              <a:rPr dirty="0" sz="950" spc="-30">
                <a:solidFill>
                  <a:srgbClr val="070707"/>
                </a:solidFill>
                <a:latin typeface="Arial"/>
                <a:cs typeface="Arial"/>
              </a:rPr>
              <a:t>l</a:t>
            </a:r>
            <a:r>
              <a:rPr dirty="0" sz="950" spc="-30">
                <a:solidFill>
                  <a:srgbClr val="B5B5B5"/>
                </a:solidFill>
                <a:latin typeface="Arial"/>
                <a:cs typeface="Arial"/>
              </a:rPr>
              <a:t>!</a:t>
            </a:r>
            <a:r>
              <a:rPr dirty="0" sz="950" spc="-30">
                <a:solidFill>
                  <a:srgbClr val="2D2D2D"/>
                </a:solidFill>
                <a:latin typeface="Arial"/>
                <a:cs typeface="Arial"/>
              </a:rPr>
              <a:t>ag-</a:t>
            </a:r>
            <a:r>
              <a:rPr dirty="0" sz="950" spc="-10">
                <a:solidFill>
                  <a:srgbClr val="494949"/>
                </a:solidFill>
                <a:latin typeface="Arial"/>
                <a:cs typeface="Arial"/>
              </a:rPr>
              <a:t>T</a:t>
            </a:r>
            <a:r>
              <a:rPr dirty="0" sz="950" spc="-10">
                <a:solidFill>
                  <a:srgbClr val="2D2D2D"/>
                </a:solidFill>
                <a:latin typeface="Arial"/>
                <a:cs typeface="Arial"/>
              </a:rPr>
              <a:t>ag</a:t>
            </a:r>
            <a:r>
              <a:rPr dirty="0" sz="950" spc="8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D2D2D"/>
                </a:solidFill>
                <a:latin typeface="Arial"/>
                <a:cs typeface="Arial"/>
              </a:rPr>
              <a:t>makes</a:t>
            </a:r>
            <a:r>
              <a:rPr dirty="0" sz="950" spc="9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D2D2D"/>
                </a:solidFill>
                <a:latin typeface="Arial"/>
                <a:cs typeface="Arial"/>
              </a:rPr>
              <a:t>tagging</a:t>
            </a:r>
            <a:r>
              <a:rPr dirty="0" sz="950" spc="5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94949"/>
                </a:solidFill>
                <a:latin typeface="Arial"/>
                <a:cs typeface="Arial"/>
              </a:rPr>
              <a:t>Food</a:t>
            </a:r>
            <a:r>
              <a:rPr dirty="0" sz="950" spc="7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950" spc="-100">
                <a:solidFill>
                  <a:srgbClr val="2D2D2D"/>
                </a:solidFill>
                <a:latin typeface="Arial"/>
                <a:cs typeface="Arial"/>
              </a:rPr>
              <a:t>&amp;</a:t>
            </a:r>
            <a:r>
              <a:rPr dirty="0" sz="950" spc="9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D2D2D"/>
                </a:solidFill>
                <a:latin typeface="Arial"/>
                <a:cs typeface="Arial"/>
              </a:rPr>
              <a:t>Beverage</a:t>
            </a:r>
            <a:r>
              <a:rPr dirty="0" sz="950" spc="9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D2D2D"/>
                </a:solidFill>
                <a:latin typeface="Arial"/>
                <a:cs typeface="Arial"/>
              </a:rPr>
              <a:t>products</a:t>
            </a:r>
            <a:r>
              <a:rPr dirty="0" sz="950" spc="8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D2D2D"/>
                </a:solidFill>
                <a:latin typeface="Arial"/>
                <a:cs typeface="Arial"/>
              </a:rPr>
              <a:t>easy.</a:t>
            </a:r>
            <a:r>
              <a:rPr dirty="0" sz="950" spc="2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D2D2D"/>
                </a:solidFill>
                <a:latin typeface="Arial"/>
                <a:cs typeface="Arial"/>
              </a:rPr>
              <a:t>Examples</a:t>
            </a:r>
            <a:r>
              <a:rPr dirty="0" sz="950" spc="9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D2D2D"/>
                </a:solidFill>
                <a:latin typeface="Arial"/>
                <a:cs typeface="Arial"/>
              </a:rPr>
              <a:t>of</a:t>
            </a:r>
            <a:r>
              <a:rPr dirty="0" sz="950" spc="22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D2D2D"/>
                </a:solidFill>
                <a:latin typeface="Arial"/>
                <a:cs typeface="Arial"/>
              </a:rPr>
              <a:t>how</a:t>
            </a:r>
            <a:r>
              <a:rPr dirty="0" sz="950" spc="4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D2D2D"/>
                </a:solidFill>
                <a:latin typeface="Arial"/>
                <a:cs typeface="Arial"/>
              </a:rPr>
              <a:t>products</a:t>
            </a:r>
            <a:r>
              <a:rPr dirty="0" sz="950" spc="10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61616"/>
                </a:solidFill>
                <a:latin typeface="Arial"/>
                <a:cs typeface="Arial"/>
              </a:rPr>
              <a:t>in</a:t>
            </a:r>
            <a:r>
              <a:rPr dirty="0" sz="950" spc="6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2D2D2D"/>
                </a:solidFill>
                <a:latin typeface="Arial"/>
                <a:cs typeface="Arial"/>
              </a:rPr>
              <a:t>thiis </a:t>
            </a:r>
            <a:r>
              <a:rPr dirty="0" sz="950">
                <a:solidFill>
                  <a:srgbClr val="2D2D2D"/>
                </a:solidFill>
                <a:latin typeface="Arial"/>
                <a:cs typeface="Arial"/>
              </a:rPr>
              <a:t>category</a:t>
            </a:r>
            <a:r>
              <a:rPr dirty="0" sz="950" spc="14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D2D2D"/>
                </a:solidFill>
                <a:latin typeface="Arial"/>
                <a:cs typeface="Arial"/>
              </a:rPr>
              <a:t>car,</a:t>
            </a:r>
            <a:r>
              <a:rPr dirty="0" sz="950" spc="114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61616"/>
                </a:solidFill>
                <a:latin typeface="Arial"/>
                <a:cs typeface="Arial"/>
              </a:rPr>
              <a:t>be</a:t>
            </a:r>
            <a:r>
              <a:rPr dirty="0" sz="950" spc="65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94949"/>
                </a:solidFill>
                <a:latin typeface="Arial"/>
                <a:cs typeface="Arial"/>
              </a:rPr>
              <a:t>tagged</a:t>
            </a:r>
            <a:r>
              <a:rPr dirty="0" sz="950" spc="12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D2D2D"/>
                </a:solidFill>
                <a:latin typeface="Arial"/>
                <a:cs typeface="Arial"/>
              </a:rPr>
              <a:t>are</a:t>
            </a:r>
            <a:r>
              <a:rPr dirty="0" sz="950" spc="5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61616"/>
                </a:solidFill>
                <a:latin typeface="Arial"/>
                <a:cs typeface="Arial"/>
              </a:rPr>
              <a:t>included</a:t>
            </a:r>
            <a:r>
              <a:rPr dirty="0" sz="950" spc="18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2D2D2D"/>
                </a:solidFill>
                <a:latin typeface="Arial"/>
                <a:cs typeface="Arial"/>
              </a:rPr>
              <a:t>below.</a:t>
            </a:r>
            <a:endParaRPr sz="9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48225" y="3325383"/>
            <a:ext cx="3175" cy="121920"/>
          </a:xfrm>
          <a:custGeom>
            <a:avLst/>
            <a:gdLst/>
            <a:ahLst/>
            <a:cxnLst/>
            <a:rect l="l" t="t" r="r" b="b"/>
            <a:pathLst>
              <a:path w="3175" h="121920">
                <a:moveTo>
                  <a:pt x="3052" y="121429"/>
                </a:moveTo>
                <a:lnTo>
                  <a:pt x="0" y="121429"/>
                </a:lnTo>
                <a:lnTo>
                  <a:pt x="0" y="0"/>
                </a:lnTo>
                <a:lnTo>
                  <a:pt x="3052" y="0"/>
                </a:lnTo>
                <a:lnTo>
                  <a:pt x="3052" y="121429"/>
                </a:lnTo>
                <a:close/>
              </a:path>
            </a:pathLst>
          </a:custGeom>
          <a:solidFill>
            <a:srgbClr val="D6D6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46870" y="3297895"/>
            <a:ext cx="1394460" cy="40386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 indent="-635">
              <a:lnSpc>
                <a:spcPct val="118700"/>
              </a:lnSpc>
              <a:spcBef>
                <a:spcPts val="85"/>
              </a:spcBef>
            </a:pPr>
            <a:r>
              <a:rPr dirty="0" sz="700">
                <a:solidFill>
                  <a:srgbClr val="2D2D2D"/>
                </a:solidFill>
                <a:latin typeface="Arial"/>
                <a:cs typeface="Arial"/>
              </a:rPr>
              <a:t>Metal</a:t>
            </a:r>
            <a:r>
              <a:rPr dirty="0" sz="700" spc="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2D2D2D"/>
                </a:solidFill>
                <a:latin typeface="Arial"/>
                <a:cs typeface="Arial"/>
              </a:rPr>
              <a:t>bottle</a:t>
            </a:r>
            <a:r>
              <a:rPr dirty="0" sz="700" spc="1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161616"/>
                </a:solidFill>
                <a:latin typeface="Arial"/>
                <a:cs typeface="Arial"/>
              </a:rPr>
              <a:t>t</a:t>
            </a: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ag</a:t>
            </a:r>
            <a:r>
              <a:rPr dirty="0" sz="700" spc="1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applied</a:t>
            </a:r>
            <a:r>
              <a:rPr dirty="0" sz="700" spc="6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070707"/>
                </a:solidFill>
                <a:latin typeface="Arial"/>
                <a:cs typeface="Arial"/>
              </a:rPr>
              <a:t>t</a:t>
            </a: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o</a:t>
            </a:r>
            <a:r>
              <a:rPr dirty="0" sz="700" spc="1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00" spc="-105">
                <a:solidFill>
                  <a:srgbClr val="494949"/>
                </a:solidFill>
                <a:latin typeface="Arial"/>
                <a:cs typeface="Arial"/>
              </a:rPr>
              <a:t>t</a:t>
            </a:r>
            <a:r>
              <a:rPr dirty="0" sz="700" spc="-105">
                <a:solidFill>
                  <a:srgbClr val="B5B5B5"/>
                </a:solidFill>
                <a:latin typeface="Arial"/>
                <a:cs typeface="Arial"/>
              </a:rPr>
              <a:t>1</a:t>
            </a:r>
            <a:r>
              <a:rPr dirty="0" sz="700" spc="-105">
                <a:solidFill>
                  <a:srgbClr val="494949"/>
                </a:solidFill>
                <a:latin typeface="Arial"/>
                <a:cs typeface="Arial"/>
              </a:rPr>
              <a:t>he</a:t>
            </a:r>
            <a:r>
              <a:rPr dirty="0" sz="700" spc="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494949"/>
                </a:solidFill>
                <a:latin typeface="Arial"/>
                <a:cs typeface="Arial"/>
              </a:rPr>
              <a:t>cap</a:t>
            </a:r>
            <a:r>
              <a:rPr dirty="0" sz="700" spc="5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e</a:t>
            </a:r>
            <a:r>
              <a:rPr dirty="0" sz="700">
                <a:solidFill>
                  <a:srgbClr val="2D2D2D"/>
                </a:solidFill>
                <a:latin typeface="Arial"/>
                <a:cs typeface="Arial"/>
              </a:rPr>
              <a:t>i</a:t>
            </a: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the</a:t>
            </a:r>
            <a:r>
              <a:rPr dirty="0" sz="700">
                <a:solidFill>
                  <a:srgbClr val="727272"/>
                </a:solidFill>
                <a:latin typeface="Arial"/>
                <a:cs typeface="Arial"/>
              </a:rPr>
              <a:t>r </a:t>
            </a: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o</a:t>
            </a:r>
            <a:r>
              <a:rPr dirty="0" sz="700">
                <a:solidFill>
                  <a:srgbClr val="727272"/>
                </a:solidFill>
                <a:latin typeface="Arial"/>
                <a:cs typeface="Arial"/>
              </a:rPr>
              <a:t>n</a:t>
            </a:r>
            <a:r>
              <a:rPr dirty="0" sz="700" spc="10">
                <a:solidFill>
                  <a:srgbClr val="727272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2D2D2D"/>
                </a:solidFill>
                <a:latin typeface="Arial"/>
                <a:cs typeface="Arial"/>
              </a:rPr>
              <a:t>the </a:t>
            </a: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side</a:t>
            </a:r>
            <a:r>
              <a:rPr dirty="0" sz="700" spc="-1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or</a:t>
            </a:r>
            <a:r>
              <a:rPr dirty="0" sz="700" spc="3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161616"/>
                </a:solidFill>
                <a:latin typeface="Arial"/>
                <a:cs typeface="Arial"/>
              </a:rPr>
              <a:t>t</a:t>
            </a: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op</a:t>
            </a:r>
            <a:r>
              <a:rPr dirty="0" sz="700" spc="-3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of</a:t>
            </a:r>
            <a:r>
              <a:rPr dirty="0" sz="700" spc="9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00" spc="-20">
                <a:solidFill>
                  <a:srgbClr val="2D2D2D"/>
                </a:solidFill>
                <a:latin typeface="Arial"/>
                <a:cs typeface="Arial"/>
              </a:rPr>
              <a:t>t</a:t>
            </a:r>
            <a:r>
              <a:rPr dirty="0" sz="700" spc="-20">
                <a:solidFill>
                  <a:srgbClr val="727272"/>
                </a:solidFill>
                <a:latin typeface="Arial"/>
                <a:cs typeface="Arial"/>
              </a:rPr>
              <a:t>lil</a:t>
            </a:r>
            <a:r>
              <a:rPr dirty="0" sz="700" spc="-20">
                <a:solidFill>
                  <a:srgbClr val="494949"/>
                </a:solidFill>
                <a:latin typeface="Arial"/>
                <a:cs typeface="Arial"/>
              </a:rPr>
              <a:t>e</a:t>
            </a:r>
            <a:r>
              <a:rPr dirty="0" sz="700" spc="5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2D2D2D"/>
                </a:solidFill>
                <a:latin typeface="Arial"/>
                <a:cs typeface="Arial"/>
              </a:rPr>
              <a:t>product.</a:t>
            </a:r>
            <a:endParaRPr sz="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74002" y="3297895"/>
            <a:ext cx="1391920" cy="40386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 indent="-635">
              <a:lnSpc>
                <a:spcPct val="118700"/>
              </a:lnSpc>
              <a:spcBef>
                <a:spcPts val="85"/>
              </a:spcBef>
            </a:pP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Me</a:t>
            </a:r>
            <a:r>
              <a:rPr dirty="0" sz="700">
                <a:solidFill>
                  <a:srgbClr val="161616"/>
                </a:solidFill>
                <a:latin typeface="Arial"/>
                <a:cs typeface="Arial"/>
              </a:rPr>
              <a:t>t</a:t>
            </a: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a</a:t>
            </a:r>
            <a:r>
              <a:rPr dirty="0" sz="700">
                <a:solidFill>
                  <a:srgbClr val="727272"/>
                </a:solidFill>
                <a:latin typeface="Arial"/>
                <a:cs typeface="Arial"/>
              </a:rPr>
              <a:t>l</a:t>
            </a:r>
            <a:r>
              <a:rPr dirty="0" sz="700" spc="-5">
                <a:solidFill>
                  <a:srgbClr val="727272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bo</a:t>
            </a:r>
            <a:r>
              <a:rPr dirty="0" sz="700">
                <a:solidFill>
                  <a:srgbClr val="161616"/>
                </a:solidFill>
                <a:latin typeface="Arial"/>
                <a:cs typeface="Arial"/>
              </a:rPr>
              <a:t>tt</a:t>
            </a: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le</a:t>
            </a:r>
            <a:r>
              <a:rPr dirty="0" sz="700" spc="3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2D2D2D"/>
                </a:solidFill>
                <a:latin typeface="Arial"/>
                <a:cs typeface="Arial"/>
              </a:rPr>
              <a:t>tag</a:t>
            </a:r>
            <a:r>
              <a:rPr dirty="0" sz="700" spc="2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2D2D2D"/>
                </a:solidFill>
                <a:latin typeface="Arial"/>
                <a:cs typeface="Arial"/>
              </a:rPr>
              <a:t>ap</a:t>
            </a:r>
            <a:r>
              <a:rPr dirty="0" sz="700">
                <a:solidFill>
                  <a:srgbClr val="5E5E5E"/>
                </a:solidFill>
                <a:latin typeface="Arial"/>
                <a:cs typeface="Arial"/>
              </a:rPr>
              <a:t>plie</a:t>
            </a:r>
            <a:r>
              <a:rPr dirty="0" sz="700">
                <a:solidFill>
                  <a:srgbClr val="2D2D2D"/>
                </a:solidFill>
                <a:latin typeface="Arial"/>
                <a:cs typeface="Arial"/>
              </a:rPr>
              <a:t>d</a:t>
            </a:r>
            <a:r>
              <a:rPr dirty="0" sz="700" spc="6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2D2D2D"/>
                </a:solidFill>
                <a:latin typeface="Arial"/>
                <a:cs typeface="Arial"/>
              </a:rPr>
              <a:t>to</a:t>
            </a:r>
            <a:r>
              <a:rPr dirty="0" sz="700" spc="3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2D2D2D"/>
                </a:solidFill>
                <a:latin typeface="Arial"/>
                <a:cs typeface="Arial"/>
              </a:rPr>
              <a:t>t</a:t>
            </a:r>
            <a:r>
              <a:rPr dirty="0" sz="700">
                <a:solidFill>
                  <a:srgbClr val="5E5E5E"/>
                </a:solidFill>
                <a:latin typeface="Arial"/>
                <a:cs typeface="Arial"/>
              </a:rPr>
              <a:t>he</a:t>
            </a:r>
            <a:r>
              <a:rPr dirty="0" sz="700" spc="-55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494949"/>
                </a:solidFill>
                <a:latin typeface="Arial"/>
                <a:cs typeface="Arial"/>
              </a:rPr>
              <a:t>cap</a:t>
            </a:r>
            <a:r>
              <a:rPr dirty="0" sz="700" spc="5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2D2D2D"/>
                </a:solidFill>
                <a:latin typeface="Arial"/>
                <a:cs typeface="Arial"/>
              </a:rPr>
              <a:t>either </a:t>
            </a: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on</a:t>
            </a:r>
            <a:r>
              <a:rPr dirty="0" sz="700" spc="-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070707"/>
                </a:solidFill>
                <a:latin typeface="Arial"/>
                <a:cs typeface="Arial"/>
              </a:rPr>
              <a:t>t</a:t>
            </a:r>
            <a:r>
              <a:rPr dirty="0" sz="700">
                <a:solidFill>
                  <a:srgbClr val="2D2D2D"/>
                </a:solidFill>
                <a:latin typeface="Arial"/>
                <a:cs typeface="Arial"/>
              </a:rPr>
              <a:t>h</a:t>
            </a: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e</a:t>
            </a:r>
            <a:r>
              <a:rPr dirty="0" sz="700" spc="-4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side</a:t>
            </a:r>
            <a:r>
              <a:rPr dirty="0" sz="700" spc="3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o</a:t>
            </a:r>
            <a:r>
              <a:rPr dirty="0" sz="700">
                <a:solidFill>
                  <a:srgbClr val="727272"/>
                </a:solidFill>
                <a:latin typeface="Arial"/>
                <a:cs typeface="Arial"/>
              </a:rPr>
              <a:t>r</a:t>
            </a:r>
            <a:r>
              <a:rPr dirty="0" sz="700" spc="-5">
                <a:solidFill>
                  <a:srgbClr val="727272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2D2D2D"/>
                </a:solidFill>
                <a:latin typeface="Arial"/>
                <a:cs typeface="Arial"/>
              </a:rPr>
              <a:t>lop</a:t>
            </a:r>
            <a:r>
              <a:rPr dirty="0" sz="700" spc="12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of</a:t>
            </a:r>
            <a:r>
              <a:rPr dirty="0" sz="700" spc="6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161616"/>
                </a:solidFill>
                <a:latin typeface="Arial"/>
                <a:cs typeface="Arial"/>
              </a:rPr>
              <a:t>the</a:t>
            </a:r>
            <a:r>
              <a:rPr dirty="0" sz="700" spc="500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Arial"/>
                <a:cs typeface="Arial"/>
              </a:rPr>
              <a:t>p</a:t>
            </a:r>
            <a:r>
              <a:rPr dirty="0" sz="700" spc="-10">
                <a:solidFill>
                  <a:srgbClr val="2D2D2D"/>
                </a:solidFill>
                <a:latin typeface="Arial"/>
                <a:cs typeface="Arial"/>
              </a:rPr>
              <a:t>r</a:t>
            </a:r>
            <a:r>
              <a:rPr dirty="0" sz="700" spc="-10">
                <a:solidFill>
                  <a:srgbClr val="494949"/>
                </a:solidFill>
                <a:latin typeface="Arial"/>
                <a:cs typeface="Arial"/>
              </a:rPr>
              <a:t>o</a:t>
            </a:r>
            <a:r>
              <a:rPr dirty="0" sz="700" spc="-10">
                <a:solidFill>
                  <a:srgbClr val="2D2D2D"/>
                </a:solidFill>
                <a:latin typeface="Arial"/>
                <a:cs typeface="Arial"/>
              </a:rPr>
              <a:t>du</a:t>
            </a:r>
            <a:r>
              <a:rPr dirty="0" sz="700" spc="-10">
                <a:solidFill>
                  <a:srgbClr val="494949"/>
                </a:solidFill>
                <a:latin typeface="Arial"/>
                <a:cs typeface="Arial"/>
              </a:rPr>
              <a:t>c</a:t>
            </a:r>
            <a:r>
              <a:rPr dirty="0" sz="700" spc="-10">
                <a:solidFill>
                  <a:srgbClr val="161616"/>
                </a:solidFill>
                <a:latin typeface="Arial"/>
                <a:cs typeface="Arial"/>
              </a:rPr>
              <a:t>t.</a:t>
            </a:r>
            <a:endParaRPr sz="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00957" y="3297895"/>
            <a:ext cx="1437640" cy="40386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3335" marR="5080" indent="-1270">
              <a:lnSpc>
                <a:spcPct val="118700"/>
              </a:lnSpc>
              <a:spcBef>
                <a:spcPts val="85"/>
              </a:spcBef>
            </a:pP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P</a:t>
            </a:r>
            <a:r>
              <a:rPr dirty="0" sz="700">
                <a:solidFill>
                  <a:srgbClr val="070707"/>
                </a:solidFill>
                <a:latin typeface="Arial"/>
                <a:cs typeface="Arial"/>
              </a:rPr>
              <a:t>l</a:t>
            </a: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astic</a:t>
            </a:r>
            <a:r>
              <a:rPr dirty="0" sz="700" spc="2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bollle</a:t>
            </a:r>
            <a:r>
              <a:rPr dirty="0" sz="700" spc="6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tag</a:t>
            </a:r>
            <a:r>
              <a:rPr dirty="0" sz="700" spc="-2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applied</a:t>
            </a:r>
            <a:r>
              <a:rPr dirty="0" sz="700" spc="-1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2D2D2D"/>
                </a:solidFill>
                <a:latin typeface="Arial"/>
                <a:cs typeface="Arial"/>
              </a:rPr>
              <a:t>!o</a:t>
            </a:r>
            <a:r>
              <a:rPr dirty="0" sz="700" spc="12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070707"/>
                </a:solidFill>
                <a:latin typeface="Arial"/>
                <a:cs typeface="Arial"/>
              </a:rPr>
              <a:t>t</a:t>
            </a:r>
            <a:r>
              <a:rPr dirty="0" sz="700">
                <a:solidFill>
                  <a:srgbClr val="2D2D2D"/>
                </a:solidFill>
                <a:latin typeface="Arial"/>
                <a:cs typeface="Arial"/>
              </a:rPr>
              <a:t>h</a:t>
            </a: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e</a:t>
            </a:r>
            <a:r>
              <a:rPr dirty="0" sz="700" spc="-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494949"/>
                </a:solidFill>
                <a:latin typeface="Arial"/>
                <a:cs typeface="Arial"/>
              </a:rPr>
              <a:t>cap</a:t>
            </a:r>
            <a:r>
              <a:rPr dirty="0" sz="700" spc="5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e</a:t>
            </a:r>
            <a:r>
              <a:rPr dirty="0" sz="700">
                <a:solidFill>
                  <a:srgbClr val="727272"/>
                </a:solidFill>
                <a:latin typeface="Arial"/>
                <a:cs typeface="Arial"/>
              </a:rPr>
              <a:t>i</a:t>
            </a: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t</a:t>
            </a:r>
            <a:r>
              <a:rPr dirty="0" sz="700">
                <a:solidFill>
                  <a:srgbClr val="2D2D2D"/>
                </a:solidFill>
                <a:latin typeface="Arial"/>
                <a:cs typeface="Arial"/>
              </a:rPr>
              <a:t>her</a:t>
            </a:r>
            <a:r>
              <a:rPr dirty="0" sz="700" spc="-6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on</a:t>
            </a:r>
            <a:r>
              <a:rPr dirty="0" sz="700" spc="1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the</a:t>
            </a:r>
            <a:r>
              <a:rPr dirty="0" sz="700" spc="1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s</a:t>
            </a:r>
            <a:r>
              <a:rPr dirty="0" sz="700">
                <a:solidFill>
                  <a:srgbClr val="727272"/>
                </a:solidFill>
                <a:latin typeface="Arial"/>
                <a:cs typeface="Arial"/>
              </a:rPr>
              <a:t>i</a:t>
            </a:r>
            <a:r>
              <a:rPr dirty="0" sz="700">
                <a:solidFill>
                  <a:srgbClr val="2D2D2D"/>
                </a:solidFill>
                <a:latin typeface="Arial"/>
                <a:cs typeface="Arial"/>
              </a:rPr>
              <a:t>d</a:t>
            </a: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e</a:t>
            </a:r>
            <a:r>
              <a:rPr dirty="0" sz="700" spc="1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or top</a:t>
            </a:r>
            <a:r>
              <a:rPr dirty="0" sz="700" spc="8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of</a:t>
            </a:r>
            <a:r>
              <a:rPr dirty="0" sz="700" spc="3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2D2D2D"/>
                </a:solidFill>
                <a:latin typeface="Arial"/>
                <a:cs typeface="Arial"/>
              </a:rPr>
              <a:t>the</a:t>
            </a:r>
            <a:r>
              <a:rPr dirty="0" sz="700" spc="50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Arial"/>
                <a:cs typeface="Arial"/>
              </a:rPr>
              <a:t>product.</a:t>
            </a:r>
            <a:endParaRPr sz="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31319" y="3294844"/>
            <a:ext cx="1549400" cy="407034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just" marL="15875" marR="5080" indent="-3810">
              <a:lnSpc>
                <a:spcPct val="120100"/>
              </a:lnSpc>
              <a:spcBef>
                <a:spcPts val="75"/>
              </a:spcBef>
            </a:pPr>
            <a:r>
              <a:rPr dirty="0" sz="700">
                <a:solidFill>
                  <a:srgbClr val="2D2D2D"/>
                </a:solidFill>
                <a:latin typeface="Arial"/>
                <a:cs typeface="Arial"/>
              </a:rPr>
              <a:t>Metal</a:t>
            </a:r>
            <a:r>
              <a:rPr dirty="0" sz="700" spc="-1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can</a:t>
            </a:r>
            <a:r>
              <a:rPr dirty="0" sz="700" spc="4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w</a:t>
            </a:r>
            <a:r>
              <a:rPr dirty="0" sz="700">
                <a:solidFill>
                  <a:srgbClr val="161616"/>
                </a:solidFill>
                <a:latin typeface="Arial"/>
                <a:cs typeface="Arial"/>
              </a:rPr>
              <a:t>it</a:t>
            </a:r>
            <a:r>
              <a:rPr dirty="0" sz="700">
                <a:solidFill>
                  <a:srgbClr val="5E5E5E"/>
                </a:solidFill>
                <a:latin typeface="Arial"/>
                <a:cs typeface="Arial"/>
              </a:rPr>
              <a:t>h</a:t>
            </a:r>
            <a:r>
              <a:rPr dirty="0" sz="700" spc="-1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dirty="0" sz="700" spc="-55">
                <a:solidFill>
                  <a:srgbClr val="2D2D2D"/>
                </a:solidFill>
                <a:latin typeface="Arial"/>
                <a:cs typeface="Arial"/>
              </a:rPr>
              <a:t>tag,</a:t>
            </a:r>
            <a:r>
              <a:rPr dirty="0" sz="700" spc="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app</a:t>
            </a:r>
            <a:r>
              <a:rPr dirty="0" sz="700">
                <a:solidFill>
                  <a:srgbClr val="070707"/>
                </a:solidFill>
                <a:latin typeface="Arial"/>
                <a:cs typeface="Arial"/>
              </a:rPr>
              <a:t>l</a:t>
            </a: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ie</a:t>
            </a:r>
            <a:r>
              <a:rPr dirty="0" sz="700">
                <a:solidFill>
                  <a:srgbClr val="2D2D2D"/>
                </a:solidFill>
                <a:latin typeface="Arial"/>
                <a:cs typeface="Arial"/>
              </a:rPr>
              <a:t>d</a:t>
            </a:r>
            <a:r>
              <a:rPr dirty="0" sz="700" spc="7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2D2D2D"/>
                </a:solidFill>
                <a:latin typeface="Arial"/>
                <a:cs typeface="Arial"/>
              </a:rPr>
              <a:t>t</a:t>
            </a: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o</a:t>
            </a:r>
            <a:r>
              <a:rPr dirty="0" sz="700">
                <a:solidFill>
                  <a:srgbClr val="B5B5B5"/>
                </a:solidFill>
                <a:latin typeface="Arial"/>
                <a:cs typeface="Arial"/>
              </a:rPr>
              <a:t>,</a:t>
            </a:r>
            <a:r>
              <a:rPr dirty="0" sz="700">
                <a:solidFill>
                  <a:srgbClr val="2D2D2D"/>
                </a:solidFill>
                <a:latin typeface="Arial"/>
                <a:cs typeface="Arial"/>
              </a:rPr>
              <a:t>the</a:t>
            </a:r>
            <a:r>
              <a:rPr dirty="0" sz="700" spc="1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494949"/>
                </a:solidFill>
                <a:latin typeface="Arial"/>
                <a:cs typeface="Arial"/>
              </a:rPr>
              <a:t>s</a:t>
            </a:r>
            <a:r>
              <a:rPr dirty="0" sz="700" spc="-10">
                <a:solidFill>
                  <a:srgbClr val="727272"/>
                </a:solidFill>
                <a:latin typeface="Arial"/>
                <a:cs typeface="Arial"/>
              </a:rPr>
              <a:t>i</a:t>
            </a:r>
            <a:r>
              <a:rPr dirty="0" sz="700" spc="-10">
                <a:solidFill>
                  <a:srgbClr val="494949"/>
                </a:solidFill>
                <a:latin typeface="Arial"/>
                <a:cs typeface="Arial"/>
              </a:rPr>
              <a:t>cie</a:t>
            </a:r>
            <a:r>
              <a:rPr dirty="0" sz="700" spc="-10">
                <a:solidFill>
                  <a:srgbClr val="2D2D2D"/>
                </a:solidFill>
                <a:latin typeface="Arial"/>
                <a:cs typeface="Arial"/>
              </a:rPr>
              <a:t>,</a:t>
            </a:r>
            <a:r>
              <a:rPr dirty="0" sz="700" spc="50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5E5E5E"/>
                </a:solidFill>
                <a:latin typeface="Arial"/>
                <a:cs typeface="Arial"/>
              </a:rPr>
              <a:t>w</a:t>
            </a:r>
            <a:r>
              <a:rPr dirty="0" sz="700">
                <a:solidFill>
                  <a:srgbClr val="2D2D2D"/>
                </a:solidFill>
                <a:latin typeface="Arial"/>
                <a:cs typeface="Arial"/>
              </a:rPr>
              <a:t>lt</a:t>
            </a:r>
            <a:r>
              <a:rPr dirty="0" sz="700">
                <a:solidFill>
                  <a:srgbClr val="5E5E5E"/>
                </a:solidFill>
                <a:latin typeface="Arial"/>
                <a:cs typeface="Arial"/>
              </a:rPr>
              <a:t>lil</a:t>
            </a:r>
            <a:r>
              <a:rPr dirty="0" sz="700" spc="-50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161616"/>
                </a:solidFill>
                <a:latin typeface="Arial"/>
                <a:cs typeface="Arial"/>
              </a:rPr>
              <a:t>t</a:t>
            </a: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he</a:t>
            </a:r>
            <a:r>
              <a:rPr dirty="0" sz="700" spc="-3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00" spc="-55">
                <a:solidFill>
                  <a:srgbClr val="494949"/>
                </a:solidFill>
                <a:latin typeface="Arial"/>
                <a:cs typeface="Arial"/>
              </a:rPr>
              <a:t>an</a:t>
            </a:r>
            <a:r>
              <a:rPr dirty="0" sz="700" spc="-55">
                <a:solidFill>
                  <a:srgbClr val="161616"/>
                </a:solidFill>
                <a:latin typeface="Arial"/>
                <a:cs typeface="Arial"/>
              </a:rPr>
              <a:t>t</a:t>
            </a:r>
            <a:r>
              <a:rPr dirty="0" sz="700" spc="-55">
                <a:solidFill>
                  <a:srgbClr val="494949"/>
                </a:solidFill>
                <a:latin typeface="Arial"/>
                <a:cs typeface="Arial"/>
              </a:rPr>
              <a:t>e</a:t>
            </a:r>
            <a:r>
              <a:rPr dirty="0" sz="700" spc="-55">
                <a:solidFill>
                  <a:srgbClr val="727272"/>
                </a:solidFill>
                <a:latin typeface="Arial"/>
                <a:cs typeface="Arial"/>
              </a:rPr>
              <a:t>n,rn</a:t>
            </a:r>
            <a:r>
              <a:rPr dirty="0" sz="700" spc="-55">
                <a:solidFill>
                  <a:srgbClr val="494949"/>
                </a:solidFill>
                <a:latin typeface="Arial"/>
                <a:cs typeface="Arial"/>
              </a:rPr>
              <a:t>a</a:t>
            </a:r>
            <a:r>
              <a:rPr dirty="0" sz="700" spc="1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2D2D2D"/>
                </a:solidFill>
                <a:latin typeface="Arial"/>
                <a:cs typeface="Arial"/>
              </a:rPr>
              <a:t>portion</a:t>
            </a:r>
            <a:r>
              <a:rPr dirty="0" sz="700" spc="7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of</a:t>
            </a:r>
            <a:r>
              <a:rPr dirty="0" sz="700" spc="7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the</a:t>
            </a:r>
            <a:r>
              <a:rPr dirty="0" sz="700" spc="3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2D2D2D"/>
                </a:solidFill>
                <a:latin typeface="Arial"/>
                <a:cs typeface="Arial"/>
              </a:rPr>
              <a:t>tag</a:t>
            </a:r>
            <a:r>
              <a:rPr dirty="0" sz="700" spc="-3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700" spc="-25">
                <a:solidFill>
                  <a:srgbClr val="494949"/>
                </a:solidFill>
                <a:latin typeface="Arial"/>
                <a:cs typeface="Arial"/>
              </a:rPr>
              <a:t>off</a:t>
            </a:r>
            <a:r>
              <a:rPr dirty="0" sz="700" spc="50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2D2D2D"/>
                </a:solidFill>
                <a:latin typeface="Arial"/>
                <a:cs typeface="Arial"/>
              </a:rPr>
              <a:t>and</a:t>
            </a:r>
            <a:r>
              <a:rPr dirty="0" sz="700" spc="-5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above</a:t>
            </a:r>
            <a:r>
              <a:rPr dirty="0" sz="700" spc="-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lhe</a:t>
            </a:r>
            <a:r>
              <a:rPr dirty="0" sz="700" spc="12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2D2D2D"/>
                </a:solidFill>
                <a:latin typeface="Arial"/>
                <a:cs typeface="Arial"/>
              </a:rPr>
              <a:t>top</a:t>
            </a:r>
            <a:r>
              <a:rPr dirty="0" sz="700" spc="-3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494949"/>
                </a:solidFill>
                <a:latin typeface="Arial"/>
                <a:cs typeface="Arial"/>
              </a:rPr>
              <a:t>of</a:t>
            </a:r>
            <a:r>
              <a:rPr dirty="0" sz="700" spc="75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2D2D2D"/>
                </a:solidFill>
                <a:latin typeface="Arial"/>
                <a:cs typeface="Arial"/>
              </a:rPr>
              <a:t>t</a:t>
            </a:r>
            <a:r>
              <a:rPr dirty="0" sz="700">
                <a:solidFill>
                  <a:srgbClr val="5E5E5E"/>
                </a:solidFill>
                <a:latin typeface="Arial"/>
                <a:cs typeface="Arial"/>
              </a:rPr>
              <a:t>h</a:t>
            </a:r>
            <a:r>
              <a:rPr dirty="0" sz="700">
                <a:solidFill>
                  <a:srgbClr val="2D2D2D"/>
                </a:solidFill>
                <a:latin typeface="Arial"/>
                <a:cs typeface="Arial"/>
              </a:rPr>
              <a:t>e</a:t>
            </a:r>
            <a:r>
              <a:rPr dirty="0" sz="700" spc="-4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700" spc="-20">
                <a:solidFill>
                  <a:srgbClr val="494949"/>
                </a:solidFill>
                <a:latin typeface="Arial"/>
                <a:cs typeface="Arial"/>
              </a:rPr>
              <a:t>can.</a:t>
            </a:r>
            <a:endParaRPr sz="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Bailey-Sun, Sabina</dc:creator>
  <dcterms:created xsi:type="dcterms:W3CDTF">2026-02-24T18:34:58Z</dcterms:created>
  <dcterms:modified xsi:type="dcterms:W3CDTF">2026-02-24T18:34:58Z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2026-01-14T00:00:00Z</vt:filetime>
  </property>
  <property fmtid="{D5CDD505-2E9C-101B-9397-08002B2CF9AE}" pid="3" name="Creator">
    <vt:lpwstr>Microsoft® Word for Microsoft 365</vt:lpwstr>
  </property>
  <property fmtid="{D5CDD505-2E9C-101B-9397-08002B2CF9AE}" pid="4" name="LastSaved">
    <vt:filetime>2026-02-24T00:00:00Z</vt:filetime>
  </property>
  <property fmtid="{D5CDD505-2E9C-101B-9397-08002B2CF9AE}" pid="5" name="Producer">
    <vt:lpwstr>Microsoft® Word for Microsoft 365</vt:lpwstr>
  </property>
</Properties>
</file>